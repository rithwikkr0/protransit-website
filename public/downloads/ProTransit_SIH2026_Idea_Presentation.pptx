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PROTRANSIT • SIH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PROTRANSIT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Cities. Moving Goods Smarter.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public-transit-powered urban logistics coordination platform.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senders, designated transit hubs, permitted public transit capacity, and last-mile partners.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Companion Presentation &amp; Architecture Specification.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ProTransit — Connecting Cities. Moving Goods Smarter.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PROTRANSIT • SIH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Statement: Urban Mobility Challenges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Cities are moving more. Roads are carrying more.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Road Congestion: Explosive e-commerce growth puts thousands of isolated delivery two-wheelers on roads.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Underutilized Transit Capacity: Scheduled buses, metros, and local trains run off-peak with significant unused cargo capacity.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Last-Mile Costs: Traditional couriers build duplicate fleets and private fulfillment centers, driving up costs.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Operations: Lack of digital synchronization between municipal transit systems and private last-mile partners.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ProTransit — Connecting Cities. Moving Goods Smarter.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PROTRANSIT • SIH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ProTransit Solution: Multimodal Backbone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existing mobility infrastructure into a logistics backbone.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Coordinated Permitted Movement: Parcels travel via authorized public transit capacity (buses, metros, trains).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Designated Transit Hubs: Existing bus terminals and metro stations act as secure micro-depots and transfer points.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Chain-of-Custody Verification: Strict end-to-end custody tracking via QR scanning at hubs and OTP on delivery.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Delivery Partners: Local riders perform the final first/last-mile segment, lowering overall trip distances.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ProTransit — Connecting Cities. Moving Goods Smarter.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PROTRANSIT • SIH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Workflow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Sender Handover to Final Delivery Confirmation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Sender creates parcel booking and compares delivery options on ProTransit.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ProTransit proposes multimodal routing (Bus + Metro + Hub Handover + Last-Mile).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Sender deposits parcel at designated Pickup Hub using secure QR code.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Authorized transit transfers parcel between hubs (e.g. Silk Board -&gt; BTM -&gt; Majestic).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Verified delivery partner picks up parcel from destination hub.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Delivery partner hands parcel to receiver and validates 4-digit OTP (e.g. 1234) to complete delivery.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ProTransit — Connecting Cities. Moving Goods Smarter.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PROTRANSIT • SIH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&amp; Performance Comparison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Cost &amp; Carbon Advantage (Illustrative Prototype Data)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ProTransit Multimodal: ₹45 | 2h 20m | Bus + Metro + Hub + Last Mile | 3.2 kg CO₂ saved vs private fleet.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Courier Partner: ₹85 | 1h 45m | Direct point-to-point road dispatch.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On-Demand Delivery: ₹95 | 1h 35m | Single dedicated two-wheeler trip across city.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Differentiator: Shared municipal transit infrastructure eliminates dedicated long-distance road trips.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ProTransit — Connecting Cities. Moving Goods Smarter.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PROTRANSIT • SIH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Graph Engine: Algorithmic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Foundation for Transit-Logistics Scheduling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Model G = (V, E): Vertices V = Transit Hubs (Bus stands, Metro stations). Edges E = Transit connections.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Weights: W(e) = f(transit_time, schedule_interval, cost, baggage_capacity, handover_delay).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Routing: Dijkstra / A* with time-dependent scheduling constraints (Time-Dependent Shortest Path).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Intelligence: Machine learning models for hub capacity forecasting and demand prediction.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ProTransit — Connecting Cities. Moving Goods Smarter.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PROTRANSIT • SIH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Bengaluru Demo Hub Network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Proof-of-Concept Transit Network Topology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Silk Board Hub: Outer Ring Road junction • Bus + Metro interchange • 40 slots (23 available).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BTM Hub: High-density residential hub • Bus + Metro feeder • 25 slots (17 available).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Majestic Hub: Central intermodal terminal (KSRTC/BMTC/Namma Metro/IR) • 60 slots (31 available).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Indiranagar, Whitefield &amp; Koramangala Hubs: Key commercial &amp; tech corridor drop/pickup points.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ProTransit — Connecting Cities. Moving Goods Smarter.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PROTRANSIT • SIH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Privacy &amp; Chain of Custody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handover leaves an immutable digital record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Shipment ID: Unique parcel tracking identifier (e.g., TX10231).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Pickup QR Code: Scanned at transit hub to confirm custody transfer.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Timestamped Event Logs: Immutable record of each transit leg, bus loading, and metro transfer.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Communication: Delivery partner &amp; customer phone numbers are shielded for privacy.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Receiver OTP Verification: Final handover authenticated via one-time PIN (e.g. 1234).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ProTransit — Connecting Cities. Moving Goods Smarter.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PROTRANSIT • SIH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Environmental Benefits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Urban Mobility for Indian Smart Cities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Traffic Congestion: Takes thousands of long-distance courier bike trips off arterial roads.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Decarbonized Freight: Utilizes already-running electric and public mass transit systems (3.2 kg CO₂ saved per parcel).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Affordable Urban Commerce: Empowers local MSMEs and citizens with up to 47% lower shipping rates.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Revenue for Transit: Provides municipal transport corporations with non-fare freight revenue.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ProTransit — Connecting Cities. Moving Goods Smarter.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PROTRANSIT • SIH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Roadmap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Implementation Strategy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(Current Prototype): Flutter Android mobile app, simulated routing, QR/OTP verification, companion web presence.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(Pilot Integration): Selected municipal corridor pilot, hub locker installation, delivery partner onboarding.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(Production Scale): Cloud backend (FastAPI/PostgreSQL), live operator APIs, automated sorting, UPI escrow.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(City Scaling &amp; AI): Dynamic multi-city routing, autonomous hub sorting, predictive transit capacity allocation.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ProTransit — Connecting Cities. Moving Goods Smarter.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PROTRANSIT • SIH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Deliverables &amp; Verification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 Working Prototype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Release APK: 48.13 MB, tested on Android API 34 with zero layout exceptions.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Flow Tested: Home -&gt; Send Parcel -&gt; Price Comparison -&gt; Route -&gt; QR -&gt; Tracking -&gt; Partner -&gt; OTP -&gt; Delivered.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Companion: Production-grade responsive website with interactive hub graph, live demo flow, and download center.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Quality: 100% passing analyzer, automated widget &amp; integration flow tests.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ProTransit — Connecting Cities. Moving Goods Smarter.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Smart India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ProTransit - Connecting Cities. Moving Goods Smarter.</dc:title>
  <dc:subject>PptxGenJS Presentation</dc:subject>
  <dc:creator>ProTransit Team</dc:creator>
  <cp:lastModifiedBy>ProTransit Team</cp:lastModifiedBy>
  <cp:revision>1</cp:revision>
  <dcterms:created xsi:type="dcterms:W3CDTF">2026-09-04T18:32:34Z</dcterms:created>
  <dcterms:modified xsi:type="dcterms:W3CDTF">2026-09-04T18:32:34Z</dcterms:modified>
</cp:coreProperties>
</file>